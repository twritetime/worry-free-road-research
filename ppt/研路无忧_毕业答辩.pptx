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研路无忧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考研服务平台</a:t>
            </a:r>
            <a:br/>
            <a:br/>
            <a:r>
              <a:t>答辩人：吴涛</a:t>
            </a:r>
            <a:br/>
            <a:r>
              <a:t>软工223</a:t>
            </a:r>
            <a:br/>
            <a:r>
              <a:t>指导老师：王华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一、项目背景与简介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二、需求分析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三、技术架构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四、数据库设计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五、功能模块展示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六、系统测试与总结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一、项目背景与简介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随着考研人数逐年增长，考研学生面临诸多挑战：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信息分散：考研资讯、备考资料分布在不同平台，查找困难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资料获取难：优质学习资料难以获取，价格不透明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交流匮乏：缺乏专业的考研交流社区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服务单一：现有平台功能单一，无法满足一站式需求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因此，我们开发了'研路无忧'考研服务平台，旨在为考研学生提供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便捷、高效的一站式服务。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项目名称：研路无忧（YanLuWuYou）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核心功能：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资讯中心：实时更新的考研动态与新闻（爬虫自动获取）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资料商城：学习资料浏览、购买、支付（支付宝集成）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交流论坛：发帖、评论、点赞收藏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备考指南：各科目备考建议与经验分享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管理后台：用户、帖子、资料、订单等统一管理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技术栈：Spring Boot + Vue 3 + MyBatis Plus + MySQL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二、需求分析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功能需求分析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1. 用户系统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用户注册、登录、个人信息维护、收货地址管理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2. 资讯中心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考研新闻自动爬取、分类展示、详情查看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3. 资料商城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资料浏览、搜索、加入购物车、下单购买、支付宝支付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4. 交流论坛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发布帖子、发表评论、点赞、收藏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5. 备考指南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备考经验文章分类展示、详细内容浏览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6. 反馈建议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用户提交反馈、管理员处理反馈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非功能需求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性能需求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系统响应时间 &lt; 2秒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支持并发用户数 &gt; 100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安全需求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用户密码加密存储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接口身份认证与授权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防止SQL注入、XSS攻击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可用性需求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系统可用性 &gt; 99%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界面简洁美观，操作便捷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可扩展性需求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模块化设计，便于功能扩展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数据库结构优化，便于数据扩展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三、技术架构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前端技术栈（Vue 3）：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Vite 5.0 - 构建工具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Vue Router 4.2 - 路由管理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Pinia 2.1 - 状态管理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Element Plus 2.4 - UI组件库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Axios 1.6 - HTTP请求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后端技术栈（Spring Boot 3.2）：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Spring Boot - 核心框架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MyBatis Plus 3.5.5 - ORM框架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MySQL 8.0 - 数据库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Knife4j - API文档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Hutool - 工具类库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Jsoup - 数据爬取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Alipay SDK - 支付宝支付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系统架构图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┌─────────────┐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│   用户端   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│  Vue 3 +  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│ Element Plus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└──────┬──────┘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       │ HTTP/REST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┌──────▼──────┐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│  Spring Boot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│   Backend  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│  Controller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└──────┬──────┘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     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┌────────────┼────────────┐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│            │          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┌─────▼─────┐ ┌────▼────┐ ┌────▼────┐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│ MySQL DB  │ │  文件   │ │ 支付宝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│           │ │  存储   │ │  支付 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└───────────┘ └─────────┘ └─────────┘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亮点一：支付宝支付集成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集成支付宝沙箱环境，实现模拟支付功能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订单创建、支付回调、订单状态同步完整流程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安全可靠的支付接口封装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亮点二：爬虫自动获取资讯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使用Jsoup爬取考研资讯网站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自动解析HTML，提取标题、内容、发布时间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定时更新，保持资讯时效性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其他技术亮点：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JWT Token身份认证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AOP切面权限控制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统一异常处理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四、数据库设计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核心实体设计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用户相关：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User - 用户信息表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Address - 收货地址表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商城相关：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Material - 学习资料表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CartItem - 购物车表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Order - 订单表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OrderItem - 订单项表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内容相关：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News - 资讯表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Post - 帖子表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Comment - 评论表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Favorite - 收藏表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Guide - 备考指南表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其他：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Feedback - 反馈建议表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用户与订单ER图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ER图关系说明：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User（用户） 1 ──n Address（地址）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└──n CartItem（购物车）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└──n Order（订单）──n OrderItem（订单项）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 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                  └─n Material（资料）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User（用户） 1 ──n Post（帖子）──n Comment（评论）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│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   └──n Favorite（收藏）──n Material（资料）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关键设计：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采用自增主键标识每条记录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逻辑删除标记（deleted字段）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创建时间、更新时间自动管理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订单关联用户和收货地址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五、功能模块展示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用户模块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功能列表：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用户注册：输入用户名、密码、确认密码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用户登录：用户名密码验证，JWT Token返回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个人信息：查看和修改个人资料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收货地址：添加、编辑、删除收货地址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收藏管理：查看和管理已收藏的资料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反馈建议：提交问题反馈和建议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技术实现：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密码使用BCrypt加密存储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JWT Token实现无状态认证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自定义注解实现权限控制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资讯中心与爬虫模块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爬虫功能：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定时爬取考研资讯网站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自动解析HTML提取有效信息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去除广告和无效内容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数据清洗后入库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资讯展示：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资讯分类浏览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资讯详情展示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发布时间显示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核心代码：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Jsoup.connect(url).get() 获取页面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Element.select() 解析DOM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Document.text() 提取文本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资料商城模块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商品浏览：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资料分类展示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搜索查找资料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资料详情页展示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购物车：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加入购物车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修改数量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删除商品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订单流程：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确认订单信息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选择收货地址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选择支付方式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支付宝支付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支付回调处理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订单完成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交流论坛模块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帖子功能：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发布帖子（标题、内容）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编辑自己的帖子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删除自己的帖子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互动功能：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发表评论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点赞帖子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收藏帖子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浏览功能：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帖子列表浏览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帖子详情查看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查看评论列表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技术实现：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富文本编辑器支持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评论嵌套展示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点赞收藏状态管理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管理后台模块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用户管理：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查看用户列表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禁用/启用用户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内容管理：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资讯管理（增删改）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帖子管理（审核、删除）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资料管理（上下架）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备考指南管理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订单管理：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查看所有订单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订单状态管理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反馈管理：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查看用户反馈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回复处理反馈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六、系统测试与总结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系统测试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功能测试：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用户注册登录功能测试 ✓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资料商城购物流程测试 ✓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支付宝支付功能测试 ✓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论坛发帖评论功能测试 ✓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管理后台功能测试 ✓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测试结果：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各功能模块运行正常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用户体验流畅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界面响应及时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安全机制有效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    项目成果：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完成了一个功能完整的考研服务平台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实现了用户系统、商城、论坛、资讯等核心功能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集成了支付宝支付和爬虫资讯获取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创新点：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一站式服务平台设计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爬虫自动获取最新考研资讯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支付宝沙箱环境支付集成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不足与改进：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可增加实时聊天功能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可优化移动端适配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    • 可扩展AI智能推荐功能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br/>
            <a:pPr algn="ctr">
              <a:defRPr sz="2800">
                <a:solidFill>
                  <a:srgbClr val="FFFFFF"/>
                </a:solidFill>
              </a:defRPr>
            </a:pPr>
            <a:r>
              <a:t>欢迎各位老师批评指正！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